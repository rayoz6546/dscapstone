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5314e97b_4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5314e97b_4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35314e97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35314e97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35314e97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35314e97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35314e97b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35314e97b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35314e97b_4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35314e97b_4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2a07f29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2a07f29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2f5bd2634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2f5bd2634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abs/2303.10130" TargetMode="External"/><Relationship Id="rId4" Type="http://schemas.openxmlformats.org/officeDocument/2006/relationships/hyperlink" Target="https://github.com/openai/GPTs-are-GPTs" TargetMode="External"/><Relationship Id="rId10" Type="http://schemas.openxmlformats.org/officeDocument/2006/relationships/hyperlink" Target="https://www.bls.gov/emp/data/skills-data.htm" TargetMode="External"/><Relationship Id="rId9" Type="http://schemas.openxmlformats.org/officeDocument/2006/relationships/hyperlink" Target="https://www.kaggle.com/datasets/sahilislam007/ai-impact-on-job-market-20242030" TargetMode="External"/><Relationship Id="rId5" Type="http://schemas.openxmlformats.org/officeDocument/2006/relationships/hyperlink" Target="https://sms.onlinelibrary.wiley.com/doi/epdf/10.1002/smj.3286" TargetMode="External"/><Relationship Id="rId6" Type="http://schemas.openxmlformats.org/officeDocument/2006/relationships/hyperlink" Target="https://github.com/AIOE-Data/AIOE" TargetMode="External"/><Relationship Id="rId7" Type="http://schemas.openxmlformats.org/officeDocument/2006/relationships/hyperlink" Target="https://www.oecd.org/content/dam/oecd/en/publications/reports/2016/05/the-risk-of-automation-for-jobs-in-oecd-countries_g17a27d8/5jlz9h56dvq7-en.pdf" TargetMode="External"/><Relationship Id="rId8" Type="http://schemas.openxmlformats.org/officeDocument/2006/relationships/hyperlink" Target="https://shapingwork.mit.edu/wp-content/uploads/2023/10/Paper_Artificial-Intelligence-and-Jobs-Evidence-from-Online-Vacancie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438" y="1055568"/>
            <a:ext cx="84971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311700" y="1210675"/>
            <a:ext cx="8520600" cy="3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Eloundou, T., Manning, S., Mishkin, P., &amp; Rock, D. (2024). GPTs are GPTs: Labor market impact potential of LLMs. Science, 384(6703), 1306-1308.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Paper: </a:t>
            </a:r>
            <a:r>
              <a:rPr lang="en" sz="11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https://arxiv.org/abs/2303.10130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Code: </a:t>
            </a:r>
            <a:r>
              <a:rPr lang="en" sz="11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https://github.com/openai/GPTs-are-GPTs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Felten, E., Raj, M., &amp; Seamans, R. (2021). Measuring the exposure of occupations to artificial intelligence. Strategic Management Journal.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Paper: </a:t>
            </a:r>
            <a:r>
              <a:rPr lang="en" sz="11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https://sms.onlinelibrary.wiley.com/doi/epdf/10.1002/smj.3286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Code: </a:t>
            </a:r>
            <a:r>
              <a:rPr lang="en" sz="11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https://github.com/AIOE-Data/AIOE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Arntz, M., Gregory, T., &amp; Zierahn, U. (2016). The risk of automation for jobs in OECD countries. OECD Social, Employment and Migration Working Papers, No. 189.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Paper: </a:t>
            </a:r>
            <a:r>
              <a:rPr lang="en" sz="11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https://www.oecd.org/content/dam/oecd/en/publications/reports/2016/05/the-risk-of-automation-for-jobs-in-oecd-countries_g17a27d8/5jlz9h56dvq7-en.pdf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Acemoglu, D., Autor, D., Hazell, J., &amp; Restrepo, P. (2022). Artificial intelligence and jobs: Evidence from online vacancies. Journal of Labor Economics, 40(S1), S293–S340.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Paper: </a:t>
            </a:r>
            <a:r>
              <a:rPr lang="en" sz="11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https://shapingwork.mit.edu/wp-content/uploads/2023/10/Paper_Artificial-Intelligence-and-Jobs-Evidence-from-Online-Vacancies.pdf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AI Impact on Job Market (2024-2030) - Sahil Islam007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Source: </a:t>
            </a:r>
            <a:r>
              <a:rPr lang="en" sz="1100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https://www.kaggle.com/datasets/sahilislam007/ai-impact-on-job-market-20242030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Skills Dataset - O*Net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Source: </a:t>
            </a:r>
            <a:r>
              <a:rPr lang="en" sz="1100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https://www.bls.gov/emp/data/skills-data.htm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